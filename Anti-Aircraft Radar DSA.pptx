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0287000" cy="18288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17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C8C6431F-6098-C7D3-936C-6BF721496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721" y="1"/>
            <a:ext cx="18470721" cy="1059872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b71-8fb2-8ce8-8000-000094367157.png?kimi-sig=esVTbklS4nwcXTrUCJNU-umfbmLWWovmm8cjgV3Mto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17F7F1-3FFD-9BAC-90B8-AE1E54982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112"/>
            <a:ext cx="18288000" cy="1016388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performance measurement&#10;&#10;AI-generated content may be incorrect.">
            <a:extLst>
              <a:ext uri="{FF2B5EF4-FFF2-40B4-BE49-F238E27FC236}">
                <a16:creationId xmlns:a16="http://schemas.microsoft.com/office/drawing/2014/main" id="{CE9AAA96-EFDA-61E2-9228-49FF7F80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64" y="103909"/>
            <a:ext cx="17941636" cy="1018309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DD405B0E-0093-160B-7888-F459F93BD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paper with text and words">
            <a:extLst>
              <a:ext uri="{FF2B5EF4-FFF2-40B4-BE49-F238E27FC236}">
                <a16:creationId xmlns:a16="http://schemas.microsoft.com/office/drawing/2014/main" id="{3384177F-3775-79B9-B8DF-0A2586E1B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8163309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494146E3-244E-66A1-FCA1-F70DA687D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2" y="193963"/>
            <a:ext cx="18191018" cy="1009303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ircular diagram&#10;&#10;AI-generated content may be incorrect.">
            <a:extLst>
              <a:ext uri="{FF2B5EF4-FFF2-40B4-BE49-F238E27FC236}">
                <a16:creationId xmlns:a16="http://schemas.microsoft.com/office/drawing/2014/main" id="{94559EB4-5489-A4C5-D757-A07AC3A8F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ECAD7251-D14B-5FAE-7F37-5A396EA65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5880"/>
            <a:ext cx="17319489" cy="1037287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diagram&#10;&#10;AI-generated content may be incorrect.">
            <a:extLst>
              <a:ext uri="{FF2B5EF4-FFF2-40B4-BE49-F238E27FC236}">
                <a16:creationId xmlns:a16="http://schemas.microsoft.com/office/drawing/2014/main" id="{670D8C6C-8551-A4AB-7CA0-2CFF754BF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3803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F3AF47-D1D2-198C-A8E8-6273E2B52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b8f-c272-84ca-8000-0000d54545ba.png?kimi-sig=-YZV7ew5Uc-1Ql9FIZUiN6Tyf34WpVSMzoPV-ANfmY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white board&#10;&#10;AI-generated content may be incorrect.">
            <a:extLst>
              <a:ext uri="{FF2B5EF4-FFF2-40B4-BE49-F238E27FC236}">
                <a16:creationId xmlns:a16="http://schemas.microsoft.com/office/drawing/2014/main" id="{55B6526B-76DC-388A-1F3C-307ADD1BD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400578" cy="104601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</Words>
  <Application>Microsoft Office PowerPoint</Application>
  <PresentationFormat>Custom</PresentationFormat>
  <Paragraphs>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Anti-Aircraft Radar DSA Demo</dc:title>
  <dc:subject>Anti-Aircraft Radar DSA Demo</dc:subject>
  <dc:creator>Kimi</dc:creator>
  <cp:lastModifiedBy>u2024481</cp:lastModifiedBy>
  <cp:revision>2</cp:revision>
  <dcterms:created xsi:type="dcterms:W3CDTF">2025-12-07T16:52:06Z</dcterms:created>
  <dcterms:modified xsi:type="dcterms:W3CDTF">2025-12-07T17:21:03Z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{"Label":"Anti-Aircraft Radar DSA Demo","ContentProducer":"001191110108MACG2KBH8F10000","ProduceID":"d4qqv5gl3dc61qe0eiog","ReservedCode1":"","ContentPropagator":"001191110108MACG2KBH8F20000","PropagateID":"d4qqv5gl3dc61qe0eiog","ReservedCode2":""}</vt:lpwstr>
  </property>
</Properties>
</file>